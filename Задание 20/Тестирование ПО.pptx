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2"/>
          <a:srcRect t="13906" r="6550" b="734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" name="Google Shape;129;p24"/>
          <p:cNvGrpSpPr/>
          <p:nvPr/>
        </p:nvGrpSpPr>
        <p:grpSpPr>
          <a:xfrm>
            <a:off x="2050200" y="257760"/>
            <a:ext cx="6850800" cy="4627440"/>
            <a:chOff x="2050200" y="257760"/>
            <a:chExt cx="6850800" cy="4627440"/>
          </a:xfrm>
        </p:grpSpPr>
        <p:sp>
          <p:nvSpPr>
            <p:cNvPr id="5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90600" y="486481"/>
            <a:ext cx="5690344" cy="967349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Тестирование</a:t>
            </a:r>
            <a:r>
              <a:rPr lang="en-US" sz="42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ПО</a:t>
            </a:r>
            <a:endParaRPr lang="fr-FR" sz="4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190600" y="4324320"/>
            <a:ext cx="5800320" cy="475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Funnel Sans Light"/>
                <a:ea typeface="Funnel Sans Light"/>
              </a:rPr>
              <a:t>Ключевые аспекты и жизненный цикл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>
            <a:off x="4066545" y="3067531"/>
            <a:ext cx="4834455" cy="967349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ru-RU" sz="2000" dirty="0" smtClean="0">
                <a:solidFill>
                  <a:schemeClr val="dk1"/>
                </a:solidFill>
                <a:latin typeface="Arial"/>
              </a:rPr>
              <a:t>Выполнил</a:t>
            </a:r>
            <a:r>
              <a:rPr lang="en-US" sz="2000" dirty="0" smtClean="0">
                <a:solidFill>
                  <a:schemeClr val="dk1"/>
                </a:solidFill>
                <a:latin typeface="Arial"/>
              </a:rPr>
              <a:t>:</a:t>
            </a:r>
            <a:r>
              <a:rPr lang="ru-RU" sz="2000" dirty="0" smtClean="0">
                <a:solidFill>
                  <a:schemeClr val="dk1"/>
                </a:solidFill>
                <a:latin typeface="Arial"/>
              </a:rPr>
              <a:t> </a:t>
            </a:r>
            <a:r>
              <a:rPr lang="ru-RU" sz="2000" dirty="0" err="1" smtClean="0">
                <a:solidFill>
                  <a:schemeClr val="dk1"/>
                </a:solidFill>
                <a:latin typeface="Arial"/>
              </a:rPr>
              <a:t>Кармановский</a:t>
            </a:r>
            <a:r>
              <a:rPr lang="ru-RU" sz="2000" dirty="0" smtClean="0">
                <a:solidFill>
                  <a:schemeClr val="dk1"/>
                </a:solidFill>
                <a:latin typeface="Arial"/>
              </a:rPr>
              <a:t>, </a:t>
            </a:r>
            <a:r>
              <a:rPr lang="ru-RU" sz="2000" dirty="0" err="1" smtClean="0">
                <a:solidFill>
                  <a:schemeClr val="dk1"/>
                </a:solidFill>
                <a:latin typeface="Arial"/>
              </a:rPr>
              <a:t>Лундин</a:t>
            </a:r>
            <a:endParaRPr lang="ru-RU" sz="2000" dirty="0" smtClean="0">
              <a:solidFill>
                <a:schemeClr val="dk1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ru-RU" sz="2000" dirty="0" smtClean="0">
                <a:solidFill>
                  <a:schemeClr val="dk1"/>
                </a:solidFill>
                <a:latin typeface="Arial"/>
              </a:rPr>
              <a:t>Группы: ИС-31</a:t>
            </a:r>
            <a:endParaRPr lang="fr-FR" sz="20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59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Введение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Тестирование программного обеспечения — это систематический процесс оценки качества и выявления дефектов в ПО. Отладка направлена на устранение выявленных ошибок. Важность тестирования заключается в обеспечении надежности, безопасности и соответствия ожиданиям пользователей.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71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Определение тестирования и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отладки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Тестирование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— процесс проверки функциональности и качества ПО с целью обнаружения ошибок.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Отладка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— этап исправления выявленных дефектов для улучшения работы системы. Эти процессы взаимодополняют друг друга для повышения стабильности продукта.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76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Жизненный цикл тестирования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Жизненный цикл тестирования включает планирование, разработку сценариев, выполнение тестов, фиксацию результатов и анализ ошибок. Постоянная обратная связь между этапами обеспечивает контроль качества и своевременное выявление проблем, повышая эффективность разработки.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81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Подходы к тестированию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Существуют различные подходы к тестированию, включая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черный ящик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белый ящик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и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серый ящик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. Каждый метод имеет свои преимущества и применяется в зависимости от условий и целей.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Черный ящик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фокусируется на проверке функционала без знания кода, а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белый ящик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— на анализе внутренней структуры программы, что обеспечивает более глубокое понимание дефектов.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2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Виды тестирования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Виды тестирования делятся на функциональные и нефункциональные. Функциональное тестирование проверяет соответствие требованиям, тогда как нефункциональное оценивает производительность, безопасность и удобство. Такие виды, как регрессионное, нагрузочное и приемочное тестирование, обеспечивают комплексную проверку продукта.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7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98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Уровни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тестирования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Тестирование проводится на разных уровнях: модульном, интеграционном, системном и приемочном. Каждый уровень направлен на выявление дефектов на определенном этапе разработки, что обеспечивает поэтапное улучшение качества и минимизацию рисков перед выпуском продукта на рынок.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103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Автоматизация и оценка качества ПО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Автоматизация тестирования повышает скорость и точность проверки, снижая человеческий фактор. Инструменты автоматизации позволяют регулярно выполнять регрессионные тесты и мониторить качество. Оценка качества включает анализ дефектов, покрытие тестами и соответствие стандартам, что способствует стабильности и надежности ПО.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108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Заключение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Эффективное тестирование — ключ к успешной разработке качественного ПО. Комплексный подход, разнообразные методы и автоматизация обеспечивают своевременное выявление и устранение ошибок. Это ведет к повышению надежности продукта, удовлетворенности пользователей и конкурентоспособности на рынке.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932182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362</Words>
  <Application>Microsoft Office PowerPoint</Application>
  <PresentationFormat>Экран (16:9)</PresentationFormat>
  <Paragraphs>23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Funnel Sans</vt:lpstr>
      <vt:lpstr>Funnel Sans Light</vt:lpstr>
      <vt:lpstr>Manrope</vt:lpstr>
      <vt:lpstr>OpenSymbol</vt:lpstr>
      <vt:lpstr>Symbol</vt:lpstr>
      <vt:lpstr>Wingdings</vt:lpstr>
      <vt:lpstr>Computer Architecture by Slidesgo</vt:lpstr>
      <vt:lpstr>Тестирование ПО</vt:lpstr>
      <vt:lpstr>Введение</vt:lpstr>
      <vt:lpstr>Определение тестирования и  отладки</vt:lpstr>
      <vt:lpstr>Жизненный цикл тестирования</vt:lpstr>
      <vt:lpstr>Подходы к тестированию</vt:lpstr>
      <vt:lpstr>Виды тестирования</vt:lpstr>
      <vt:lpstr>Уровни  тестирования</vt:lpstr>
      <vt:lpstr>Автоматизация и оценка качества ПО</vt:lpstr>
      <vt:lpstr>Заключение</vt:lpstr>
      <vt:lpstr>Спасибо за внимание!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ПО</dc:title>
  <cp:lastModifiedBy>Студент</cp:lastModifiedBy>
  <cp:revision>2</cp:revision>
  <dcterms:modified xsi:type="dcterms:W3CDTF">2026-01-22T08:07:58Z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2026-01-22T07:57:56Z</dcterms:created>
  <dc:creator>Unknown Creator</dc:creator>
  <dc:description/>
  <dc:language>en-US</dc:language>
  <cp:lastModifiedBy>Unknown Creator</cp:lastModifiedBy>
  <dcterms:modified xsi:type="dcterms:W3CDTF">2026-01-22T07:57:56Z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